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F:\Users\user\Documents\&#27979;&#37329;&#23646;&#25705;&#25830;&#31995;&#25968;\outputs\wps_factor_matrix_interactive_v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ps_factor_matrix_interactive_v1_overview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19088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637E"/>
                </a:solidFill>
                <a:latin typeface="Microsoft YaHei"/>
              </a:defRPr>
            </a:pPr>
            <a:r>
              <a:t>WPS????? HTML???????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